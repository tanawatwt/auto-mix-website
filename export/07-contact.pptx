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34290000"/>
  <p:notesSz cx="34290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3429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2026-04-24T04:02:14Z</dcterms:created>
  <dcterms:modified xsi:type="dcterms:W3CDTF">2026-04-24T04:02:14Z</dcterms:modified>
</cp:coreProperties>
</file>